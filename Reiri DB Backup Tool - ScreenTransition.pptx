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8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9FC73-673C-B719-7D64-65A4EE9A1FC0}" v="1183" dt="2026-04-28T09:32:31.304"/>
    <p1510:client id="{CA005FFC-B9D7-6FA8-849B-23E1518A737A}" v="45" dt="2026-04-29T07:02:02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497B4-9DED-4205-B494-FEE0490B24BB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06CC5-2D33-478A-9BD4-BD975A43D5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68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7324-398F-4CB6-B0A2-7AC93BD41A4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642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184E-CADB-7C7A-B0CC-2D5E1195E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7F680-E6F3-491E-B552-8D4FEC4CB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F7DFD-DB9E-C365-4A2E-96117754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157D1-0515-14B2-5B1C-5D003767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28C5A-F368-2F59-3E3C-966FEC5F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53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5E4C-5072-FB03-EBF3-1EA5C6FD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DC946-2788-74CE-45EC-8C550F03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915AC-D68F-5613-79B0-52F6E3FD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3E519-E4A4-482E-D5DB-8E3C7EAA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7192D-192E-3066-24CD-BA8B6C84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318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A209-739B-8E30-FCCF-497C90A2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0F592-B7C6-CF76-67CC-03E1C997B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8EED-669D-B3FD-877E-E18EA356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44C7-5CE2-A493-A55D-C181243B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9BE6-D51E-CA9C-906C-6F127694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85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F3E5-31C3-D329-9E0A-28276F442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D0E0C-E707-57A1-0A24-B9AA4716B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8B606-EDC5-75DE-CBF4-7F8A89AFC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14F65-325B-2261-FE97-24847E01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391E3-0CCA-5C5A-14AE-7D2FCC95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7A718-44BB-AEB8-1E77-CF4E182D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686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438F-36CC-5F03-BD10-3B4D177E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342B-BBB0-9EED-D290-D376B5B10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A2761-5A31-069E-5D27-DF0DC867D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4F7ED-F876-C9E8-E17E-278B67917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8847E-8C71-73F2-B00F-F66FFF42A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7E032-682E-A559-BBA1-B2B64720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D8BAF-97A5-0C3F-3587-67EFA535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E18F1-E25B-E18C-A258-6D66E3D2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45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599C-9FC8-A423-B449-26730723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1779E-9695-2582-9A2B-FFBE4BF0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30316-351A-39AB-4989-88D73F0E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B6CA2-4E21-1B70-5E3A-90EFD824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756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7FC89-F2A9-978F-3670-16E9E51C6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AD864-EAAD-53EC-C451-E24D3667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EFD00-4B8B-B057-672F-10416CBF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434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B680-27EC-DEC6-40B9-D657BEB5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59288-3554-4AE8-32B6-CC29BF80B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D7C3D-4530-0B12-89A3-C9E769D5E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352EA-89DE-B69C-B51D-581DD3647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15CCF-BCC9-BFBF-4DB7-1541AA0D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01B8-4F8B-C116-EE73-0B3FB64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38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9E5B-9FAF-E696-0ECE-B05C6AEE5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B769D-3D54-1104-E082-98C35FA47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AEA57-D996-C82F-0BD2-3FB3AB604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94A12-5E8B-1397-8DF6-B371C056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0F263-9871-DD43-5696-1137DF97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7210F-47B8-A384-5FB8-30FBF9B1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2967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C36D-0D5C-B27C-B653-D3DC75FB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90F3C-1F64-DC9C-6F93-6E648F1ED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61A1F-7130-2611-98E8-D7AEB2CB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45A0B-7A28-3DE3-144E-54D8FFDC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67771-9F7D-BD11-0BB4-117BC77A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188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D4207-76F5-D0D0-50ED-A508C91F9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BE987-B3E1-A684-8CB2-69D061EEC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22AB0-118B-8433-4978-9092F6D6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6E835-799A-A28B-873E-1325E3B3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83B6-7383-D8D0-74BF-90309366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812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5E384-ED1B-8BDF-984F-98974948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1D5A9-A8DF-ED93-7878-CB0D71A59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FB670-41B1-39D2-BCAA-8C8BA089D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3C62B-BB43-4FD6-9F2C-B7D93806C2D8}" type="datetimeFigureOut">
              <a:rPr lang="en-SG" smtClean="0"/>
              <a:t>29/4/2026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C6B87-0FB1-EC26-A830-4028CE9D7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726B6-5CEC-7D1D-55A6-BEFEED338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D9591-446B-4018-A95E-A31DBB9E5F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068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2D84-DCBF-B930-2645-98D2B0662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Screen Transition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B6B38-22E8-34BB-0807-0426C08934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/>
              <a:t>Reiri DB Backup Tool</a:t>
            </a:r>
          </a:p>
        </p:txBody>
      </p:sp>
    </p:spTree>
    <p:extLst>
      <p:ext uri="{BB962C8B-B14F-4D97-AF65-F5344CB8AC3E}">
        <p14:creationId xmlns:p14="http://schemas.microsoft.com/office/powerpoint/2010/main" val="401948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072937-6DCE-384F-A131-7482634BDFDD}"/>
              </a:ext>
            </a:extLst>
          </p:cNvPr>
          <p:cNvSpPr/>
          <p:nvPr/>
        </p:nvSpPr>
        <p:spPr>
          <a:xfrm>
            <a:off x="10499121" y="1747058"/>
            <a:ext cx="1195472" cy="4328119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133FF6-0146-5197-AE98-7EDC510DD2E1}"/>
              </a:ext>
            </a:extLst>
          </p:cNvPr>
          <p:cNvSpPr/>
          <p:nvPr/>
        </p:nvSpPr>
        <p:spPr>
          <a:xfrm>
            <a:off x="5116129" y="1621885"/>
            <a:ext cx="1136095" cy="4389813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3F8522-4AC1-FF98-70CE-E9827EFBB167}"/>
              </a:ext>
            </a:extLst>
          </p:cNvPr>
          <p:cNvSpPr/>
          <p:nvPr/>
        </p:nvSpPr>
        <p:spPr>
          <a:xfrm>
            <a:off x="2930737" y="1621885"/>
            <a:ext cx="1126199" cy="4381350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A3278D-AAAF-127B-EA8C-55EEC0C4A417}"/>
              </a:ext>
            </a:extLst>
          </p:cNvPr>
          <p:cNvSpPr/>
          <p:nvPr/>
        </p:nvSpPr>
        <p:spPr>
          <a:xfrm>
            <a:off x="976473" y="1621885"/>
            <a:ext cx="1126199" cy="4358578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3A943A-EEA7-8335-CE17-513227AA93B2}"/>
              </a:ext>
            </a:extLst>
          </p:cNvPr>
          <p:cNvSpPr txBox="1"/>
          <p:nvPr/>
        </p:nvSpPr>
        <p:spPr>
          <a:xfrm>
            <a:off x="131329" y="54339"/>
            <a:ext cx="241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App start up sequence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08DE17-8B20-65C7-5866-75CDA58F5A26}"/>
              </a:ext>
            </a:extLst>
          </p:cNvPr>
          <p:cNvSpPr/>
          <p:nvPr/>
        </p:nvSpPr>
        <p:spPr>
          <a:xfrm>
            <a:off x="1090819" y="2785345"/>
            <a:ext cx="934744" cy="15302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>
                <a:solidFill>
                  <a:schemeClr val="tx1"/>
                </a:solidFill>
              </a:rPr>
              <a:t>DAIKIN &amp; Reiri Logo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DC832-A60E-3E78-A16A-14C04DFF45A5}"/>
              </a:ext>
            </a:extLst>
          </p:cNvPr>
          <p:cNvSpPr txBox="1"/>
          <p:nvPr/>
        </p:nvSpPr>
        <p:spPr>
          <a:xfrm>
            <a:off x="111215" y="1778169"/>
            <a:ext cx="597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/>
              <a:t>App 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EFD80-779A-5ED0-1C4B-C261C7D7C43E}"/>
              </a:ext>
            </a:extLst>
          </p:cNvPr>
          <p:cNvSpPr txBox="1"/>
          <p:nvPr/>
        </p:nvSpPr>
        <p:spPr>
          <a:xfrm>
            <a:off x="1228428" y="1778169"/>
            <a:ext cx="863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/>
              <a:t>Splash screen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9A4CC-8949-B128-19C3-D3A301D6EE68}"/>
              </a:ext>
            </a:extLst>
          </p:cNvPr>
          <p:cNvSpPr txBox="1"/>
          <p:nvPr/>
        </p:nvSpPr>
        <p:spPr>
          <a:xfrm>
            <a:off x="3072720" y="1670446"/>
            <a:ext cx="1006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/>
              <a:t>Language selection screen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6A1EB-D1DC-8DDA-05CA-59A2C3B43B57}"/>
              </a:ext>
            </a:extLst>
          </p:cNvPr>
          <p:cNvSpPr txBox="1"/>
          <p:nvPr/>
        </p:nvSpPr>
        <p:spPr>
          <a:xfrm>
            <a:off x="5246518" y="1670446"/>
            <a:ext cx="1006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/>
              <a:t>Controller selection screen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E09C6B-959F-E06A-4AE7-96630C485D50}"/>
              </a:ext>
            </a:extLst>
          </p:cNvPr>
          <p:cNvSpPr txBox="1"/>
          <p:nvPr/>
        </p:nvSpPr>
        <p:spPr>
          <a:xfrm>
            <a:off x="10763561" y="1903343"/>
            <a:ext cx="7882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/>
              <a:t>Initial backup screen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A5B8DF-6B56-723A-882D-DA2EA8BC334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09070" y="1978224"/>
            <a:ext cx="5193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F84D5F-679E-567B-BD96-BF85DA037BF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092183" y="1947445"/>
            <a:ext cx="980537" cy="30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7A24299-D8BF-B4C5-072B-028B7B8E3CA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253058" y="1947445"/>
            <a:ext cx="701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7FB643-90E2-A2C6-69D0-FFED8121120A}"/>
              </a:ext>
            </a:extLst>
          </p:cNvPr>
          <p:cNvSpPr txBox="1"/>
          <p:nvPr/>
        </p:nvSpPr>
        <p:spPr>
          <a:xfrm>
            <a:off x="1141029" y="4792012"/>
            <a:ext cx="9985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Load app setting from storage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3A6D83-5B78-27E0-F668-18836AF52489}"/>
              </a:ext>
            </a:extLst>
          </p:cNvPr>
          <p:cNvSpPr txBox="1"/>
          <p:nvPr/>
        </p:nvSpPr>
        <p:spPr>
          <a:xfrm>
            <a:off x="3021478" y="4792012"/>
            <a:ext cx="998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Select a language for the user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Language can select after login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834536-02E3-DCB0-F2AC-1A5CFD6FCC2A}"/>
              </a:ext>
            </a:extLst>
          </p:cNvPr>
          <p:cNvSpPr txBox="1"/>
          <p:nvPr/>
        </p:nvSpPr>
        <p:spPr>
          <a:xfrm>
            <a:off x="5144039" y="4792012"/>
            <a:ext cx="116168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Select a controller to connect by this app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Unregister selected controller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E358F9-313F-86C7-50D3-31E6FCFF514A}"/>
              </a:ext>
            </a:extLst>
          </p:cNvPr>
          <p:cNvSpPr/>
          <p:nvPr/>
        </p:nvSpPr>
        <p:spPr>
          <a:xfrm>
            <a:off x="1850215" y="1285103"/>
            <a:ext cx="5549894" cy="343438"/>
          </a:xfrm>
          <a:custGeom>
            <a:avLst/>
            <a:gdLst>
              <a:gd name="csX0" fmla="*/ 0 w 7241059"/>
              <a:gd name="csY0" fmla="*/ 469557 h 494271"/>
              <a:gd name="csX1" fmla="*/ 420130 w 7241059"/>
              <a:gd name="csY1" fmla="*/ 0 h 494271"/>
              <a:gd name="csX2" fmla="*/ 6759146 w 7241059"/>
              <a:gd name="csY2" fmla="*/ 0 h 494271"/>
              <a:gd name="csX3" fmla="*/ 7241059 w 7241059"/>
              <a:gd name="csY3" fmla="*/ 494271 h 4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41059" h="494271">
                <a:moveTo>
                  <a:pt x="0" y="469557"/>
                </a:moveTo>
                <a:lnTo>
                  <a:pt x="420130" y="0"/>
                </a:lnTo>
                <a:lnTo>
                  <a:pt x="6759146" y="0"/>
                </a:lnTo>
                <a:lnTo>
                  <a:pt x="7241059" y="494271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38E7A6-C9CF-8913-9961-7B8B4180957E}"/>
              </a:ext>
            </a:extLst>
          </p:cNvPr>
          <p:cNvSpPr txBox="1"/>
          <p:nvPr/>
        </p:nvSpPr>
        <p:spPr>
          <a:xfrm>
            <a:off x="2900404" y="996977"/>
            <a:ext cx="2313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/>
              <a:t>If language, controller are selected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3DEADDB-2713-029B-D3B1-803812AFA447}"/>
              </a:ext>
            </a:extLst>
          </p:cNvPr>
          <p:cNvSpPr/>
          <p:nvPr/>
        </p:nvSpPr>
        <p:spPr>
          <a:xfrm>
            <a:off x="2172255" y="1532238"/>
            <a:ext cx="2943873" cy="214974"/>
          </a:xfrm>
          <a:custGeom>
            <a:avLst/>
            <a:gdLst>
              <a:gd name="csX0" fmla="*/ 0 w 2730843"/>
              <a:gd name="csY0" fmla="*/ 234778 h 234778"/>
              <a:gd name="csX1" fmla="*/ 469557 w 2730843"/>
              <a:gd name="csY1" fmla="*/ 0 h 234778"/>
              <a:gd name="csX2" fmla="*/ 2496065 w 2730843"/>
              <a:gd name="csY2" fmla="*/ 0 h 234778"/>
              <a:gd name="csX3" fmla="*/ 2730843 w 2730843"/>
              <a:gd name="csY3" fmla="*/ 210065 h 234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30843" h="234778">
                <a:moveTo>
                  <a:pt x="0" y="234778"/>
                </a:moveTo>
                <a:lnTo>
                  <a:pt x="469557" y="0"/>
                </a:lnTo>
                <a:lnTo>
                  <a:pt x="2496065" y="0"/>
                </a:lnTo>
                <a:lnTo>
                  <a:pt x="2730843" y="210065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0B9569-DE79-8ADE-D45D-D72953F1A278}"/>
              </a:ext>
            </a:extLst>
          </p:cNvPr>
          <p:cNvSpPr txBox="1"/>
          <p:nvPr/>
        </p:nvSpPr>
        <p:spPr>
          <a:xfrm>
            <a:off x="3072720" y="1275572"/>
            <a:ext cx="15962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/>
              <a:t>If language is selected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273048-393C-136F-4F45-EC6E5FF63188}"/>
              </a:ext>
            </a:extLst>
          </p:cNvPr>
          <p:cNvSpPr/>
          <p:nvPr/>
        </p:nvSpPr>
        <p:spPr>
          <a:xfrm>
            <a:off x="3019403" y="2788963"/>
            <a:ext cx="948867" cy="152035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>
                <a:solidFill>
                  <a:schemeClr val="tx1"/>
                </a:solidFill>
              </a:rPr>
              <a:t>Language Selection Radio button</a:t>
            </a:r>
          </a:p>
          <a:p>
            <a:pPr algn="ctr"/>
            <a:endParaRPr lang="en-SG" sz="800">
              <a:solidFill>
                <a:schemeClr val="tx1"/>
              </a:solidFill>
            </a:endParaRPr>
          </a:p>
          <a:p>
            <a:pPr algn="ctr"/>
            <a:r>
              <a:rPr lang="en-SG" sz="800">
                <a:solidFill>
                  <a:schemeClr val="tx1"/>
                </a:solidFill>
              </a:rPr>
              <a:t>Next button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813777-3F94-C8F0-A9A5-3C98ED9D2561}"/>
              </a:ext>
            </a:extLst>
          </p:cNvPr>
          <p:cNvSpPr/>
          <p:nvPr/>
        </p:nvSpPr>
        <p:spPr>
          <a:xfrm>
            <a:off x="5216829" y="2791309"/>
            <a:ext cx="924848" cy="147087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>
                <a:solidFill>
                  <a:schemeClr val="tx1"/>
                </a:solidFill>
              </a:rPr>
              <a:t>Search button</a:t>
            </a:r>
          </a:p>
          <a:p>
            <a:pPr algn="ctr"/>
            <a:r>
              <a:rPr lang="en-SG" sz="800">
                <a:solidFill>
                  <a:schemeClr val="tx1"/>
                </a:solidFill>
              </a:rPr>
              <a:t>QR scan button</a:t>
            </a:r>
          </a:p>
          <a:p>
            <a:pPr algn="ctr"/>
            <a:endParaRPr lang="en-SG" sz="800">
              <a:solidFill>
                <a:schemeClr val="tx1"/>
              </a:solidFill>
            </a:endParaRPr>
          </a:p>
          <a:p>
            <a:pPr algn="ctr"/>
            <a:r>
              <a:rPr lang="en-SG" sz="800">
                <a:solidFill>
                  <a:schemeClr val="tx1"/>
                </a:solidFill>
              </a:rPr>
              <a:t>Controller list</a:t>
            </a:r>
          </a:p>
          <a:p>
            <a:pPr algn="ctr"/>
            <a:endParaRPr lang="en-SG" sz="800">
              <a:solidFill>
                <a:schemeClr val="tx1"/>
              </a:solidFill>
            </a:endParaRPr>
          </a:p>
          <a:p>
            <a:pPr algn="ctr"/>
            <a:r>
              <a:rPr lang="en-SG" sz="800">
                <a:solidFill>
                  <a:schemeClr val="tx1"/>
                </a:solidFill>
              </a:rPr>
              <a:t>Select button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5670A9A-008A-228F-3720-81235229E099}"/>
              </a:ext>
            </a:extLst>
          </p:cNvPr>
          <p:cNvSpPr/>
          <p:nvPr/>
        </p:nvSpPr>
        <p:spPr>
          <a:xfrm>
            <a:off x="10521363" y="3005546"/>
            <a:ext cx="1142561" cy="15963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G" sz="800">
                <a:solidFill>
                  <a:schemeClr val="tx1"/>
                </a:solidFill>
              </a:rPr>
              <a:t>Initial Backup Method Selection View</a:t>
            </a:r>
          </a:p>
          <a:p>
            <a:pPr algn="ctr"/>
            <a:endParaRPr lang="en-SG" sz="800">
              <a:solidFill>
                <a:schemeClr val="tx1"/>
              </a:solidFill>
            </a:endParaRPr>
          </a:p>
          <a:p>
            <a:pPr algn="ctr"/>
            <a:r>
              <a:rPr lang="en-SG" sz="800">
                <a:solidFill>
                  <a:schemeClr val="tx1"/>
                </a:solidFill>
              </a:rPr>
              <a:t>Download from Controller View</a:t>
            </a:r>
            <a:endParaRPr lang="en-US">
              <a:solidFill>
                <a:srgbClr val="FFFFFF"/>
              </a:solidFill>
            </a:endParaRPr>
          </a:p>
          <a:p>
            <a:pPr algn="ctr"/>
            <a:endParaRPr lang="en-SG" sz="800">
              <a:solidFill>
                <a:schemeClr val="tx1"/>
              </a:solidFill>
            </a:endParaRPr>
          </a:p>
          <a:p>
            <a:pPr algn="ctr"/>
            <a:r>
              <a:rPr lang="en-SG" sz="800">
                <a:solidFill>
                  <a:schemeClr val="tx1"/>
                </a:solidFill>
              </a:rPr>
              <a:t>Import from Folder View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2B554B-BA60-9DFE-E2D9-BEB9D64064D8}"/>
              </a:ext>
            </a:extLst>
          </p:cNvPr>
          <p:cNvSpPr txBox="1"/>
          <p:nvPr/>
        </p:nvSpPr>
        <p:spPr>
          <a:xfrm>
            <a:off x="10504100" y="4917186"/>
            <a:ext cx="1180626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Select initial backup method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Select backup folder path</a:t>
            </a:r>
            <a:endParaRPr lang="en-SG"/>
          </a:p>
          <a:p>
            <a:pPr marL="111125" indent="-111125">
              <a:buFont typeface="Arial" panose="020B0604020202020204" pitchFamily="34" charset="0"/>
              <a:buChar char="•"/>
            </a:pPr>
            <a:endParaRPr lang="en-SG" sz="9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18A28B-6DA8-DB4C-E627-E1B26E856D6E}"/>
              </a:ext>
            </a:extLst>
          </p:cNvPr>
          <p:cNvSpPr txBox="1"/>
          <p:nvPr/>
        </p:nvSpPr>
        <p:spPr>
          <a:xfrm>
            <a:off x="10246907" y="967977"/>
            <a:ext cx="82585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000"/>
              <a:t>Home screen</a:t>
            </a:r>
          </a:p>
        </p:txBody>
      </p:sp>
      <p:sp>
        <p:nvSpPr>
          <p:cNvPr id="26" name="Rectangle: Rounded Corners 15">
            <a:extLst>
              <a:ext uri="{FF2B5EF4-FFF2-40B4-BE49-F238E27FC236}">
                <a16:creationId xmlns:a16="http://schemas.microsoft.com/office/drawing/2014/main" id="{61D8F5DF-5273-C08F-0496-9A7C1E5194DC}"/>
              </a:ext>
            </a:extLst>
          </p:cNvPr>
          <p:cNvSpPr/>
          <p:nvPr/>
        </p:nvSpPr>
        <p:spPr>
          <a:xfrm>
            <a:off x="6968671" y="1698419"/>
            <a:ext cx="1191371" cy="4362760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A78AA-2D45-2B06-D507-4AA6853ECB21}"/>
              </a:ext>
            </a:extLst>
          </p:cNvPr>
          <p:cNvSpPr/>
          <p:nvPr/>
        </p:nvSpPr>
        <p:spPr>
          <a:xfrm>
            <a:off x="7099768" y="2857948"/>
            <a:ext cx="924848" cy="147087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>
                <a:solidFill>
                  <a:schemeClr val="tx1"/>
                </a:solidFill>
              </a:rPr>
              <a:t>Controller selector</a:t>
            </a:r>
          </a:p>
          <a:p>
            <a:pPr algn="ctr"/>
            <a:r>
              <a:rPr lang="en-SG" sz="800">
                <a:solidFill>
                  <a:schemeClr val="tx1"/>
                </a:solidFill>
              </a:rPr>
              <a:t>User input</a:t>
            </a:r>
          </a:p>
          <a:p>
            <a:pPr algn="ctr"/>
            <a:r>
              <a:rPr lang="en-SG" sz="800">
                <a:solidFill>
                  <a:schemeClr val="tx1"/>
                </a:solidFill>
              </a:rPr>
              <a:t>Passwd input</a:t>
            </a:r>
          </a:p>
          <a:p>
            <a:pPr algn="ctr"/>
            <a:r>
              <a:rPr lang="en-SG" sz="800">
                <a:solidFill>
                  <a:schemeClr val="tx1"/>
                </a:solidFill>
              </a:rPr>
              <a:t>Login button</a:t>
            </a:r>
          </a:p>
          <a:p>
            <a:pPr algn="ctr"/>
            <a:r>
              <a:rPr lang="en-SG" sz="800">
                <a:solidFill>
                  <a:schemeClr val="tx1"/>
                </a:solidFill>
              </a:rPr>
              <a:t>Terms &amp; Condition check</a:t>
            </a:r>
          </a:p>
          <a:p>
            <a:pPr algn="ctr"/>
            <a:r>
              <a:rPr lang="en-SG" sz="800">
                <a:solidFill>
                  <a:schemeClr val="tx1"/>
                </a:solidFill>
              </a:rPr>
              <a:t>Controller add button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734BD7-DCEA-B6C8-E8FF-CA88B6920BC6}"/>
              </a:ext>
            </a:extLst>
          </p:cNvPr>
          <p:cNvSpPr txBox="1"/>
          <p:nvPr/>
        </p:nvSpPr>
        <p:spPr>
          <a:xfrm>
            <a:off x="7052818" y="4799274"/>
            <a:ext cx="1081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Login controller selection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Login operation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 err="1"/>
              <a:t>Terms&amp;Conditions</a:t>
            </a:r>
            <a:r>
              <a:rPr lang="en-SG" sz="900"/>
              <a:t> confirmation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0D98C0-7837-1F53-8307-0A257D4F905C}"/>
              </a:ext>
            </a:extLst>
          </p:cNvPr>
          <p:cNvSpPr txBox="1"/>
          <p:nvPr/>
        </p:nvSpPr>
        <p:spPr>
          <a:xfrm>
            <a:off x="7197176" y="1702504"/>
            <a:ext cx="788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/>
              <a:t>Login screen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0488767-E141-CAA1-796F-4BF7102835B4}"/>
              </a:ext>
            </a:extLst>
          </p:cNvPr>
          <p:cNvCxnSpPr>
            <a:cxnSpLocks/>
          </p:cNvCxnSpPr>
          <p:nvPr/>
        </p:nvCxnSpPr>
        <p:spPr>
          <a:xfrm flipV="1">
            <a:off x="4089554" y="1972328"/>
            <a:ext cx="980537" cy="30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05E044-BD52-0A64-ABE4-74198A102175}"/>
              </a:ext>
            </a:extLst>
          </p:cNvPr>
          <p:cNvCxnSpPr>
            <a:cxnSpLocks/>
          </p:cNvCxnSpPr>
          <p:nvPr/>
        </p:nvCxnSpPr>
        <p:spPr>
          <a:xfrm>
            <a:off x="8164462" y="1828692"/>
            <a:ext cx="2318506" cy="5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9">
            <a:extLst>
              <a:ext uri="{FF2B5EF4-FFF2-40B4-BE49-F238E27FC236}">
                <a16:creationId xmlns:a16="http://schemas.microsoft.com/office/drawing/2014/main" id="{12E2CC1C-128E-D7BB-4EB5-9A586D404CE5}"/>
              </a:ext>
            </a:extLst>
          </p:cNvPr>
          <p:cNvSpPr/>
          <p:nvPr/>
        </p:nvSpPr>
        <p:spPr>
          <a:xfrm>
            <a:off x="8160043" y="935646"/>
            <a:ext cx="2086864" cy="427229"/>
          </a:xfrm>
          <a:custGeom>
            <a:avLst/>
            <a:gdLst>
              <a:gd name="csX0" fmla="*/ 0 w 2730843"/>
              <a:gd name="csY0" fmla="*/ 234778 h 234778"/>
              <a:gd name="csX1" fmla="*/ 469557 w 2730843"/>
              <a:gd name="csY1" fmla="*/ 0 h 234778"/>
              <a:gd name="csX2" fmla="*/ 2496065 w 2730843"/>
              <a:gd name="csY2" fmla="*/ 0 h 234778"/>
              <a:gd name="csX3" fmla="*/ 2730843 w 2730843"/>
              <a:gd name="csY3" fmla="*/ 210065 h 234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30843" h="234778">
                <a:moveTo>
                  <a:pt x="0" y="234778"/>
                </a:moveTo>
                <a:lnTo>
                  <a:pt x="469557" y="0"/>
                </a:lnTo>
                <a:lnTo>
                  <a:pt x="2496065" y="0"/>
                </a:lnTo>
                <a:lnTo>
                  <a:pt x="2730843" y="210065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3112BF-7F1D-9867-F0F8-ACB721AE39FB}"/>
              </a:ext>
            </a:extLst>
          </p:cNvPr>
          <p:cNvSpPr txBox="1"/>
          <p:nvPr/>
        </p:nvSpPr>
        <p:spPr>
          <a:xfrm>
            <a:off x="8464095" y="1016253"/>
            <a:ext cx="160098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000"/>
              <a:t>If initial backup was done before for the selected controller</a:t>
            </a: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641BF5FB-82A4-3DDA-D6AB-CD87A0184296}"/>
              </a:ext>
            </a:extLst>
          </p:cNvPr>
          <p:cNvSpPr/>
          <p:nvPr/>
        </p:nvSpPr>
        <p:spPr>
          <a:xfrm>
            <a:off x="8837702" y="1927626"/>
            <a:ext cx="1230955" cy="4141342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7EEE14-29C6-1703-B8A0-83FD01079EDC}"/>
              </a:ext>
            </a:extLst>
          </p:cNvPr>
          <p:cNvSpPr/>
          <p:nvPr/>
        </p:nvSpPr>
        <p:spPr>
          <a:xfrm>
            <a:off x="9045184" y="3000233"/>
            <a:ext cx="895160" cy="14804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>
                <a:solidFill>
                  <a:schemeClr val="tx1"/>
                </a:solidFill>
              </a:rPr>
              <a:t>Terms &amp; Condition content</a:t>
            </a:r>
          </a:p>
          <a:p>
            <a:pPr algn="ctr"/>
            <a:endParaRPr lang="en-SG" sz="800">
              <a:solidFill>
                <a:schemeClr val="tx1"/>
              </a:solidFill>
            </a:endParaRPr>
          </a:p>
          <a:p>
            <a:pPr algn="ctr"/>
            <a:r>
              <a:rPr lang="en-SG" sz="800">
                <a:solidFill>
                  <a:schemeClr val="tx1"/>
                </a:solidFill>
              </a:rPr>
              <a:t>Back button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9037DC-F2B5-1164-3AFF-9EC9A4E38100}"/>
              </a:ext>
            </a:extLst>
          </p:cNvPr>
          <p:cNvSpPr txBox="1"/>
          <p:nvPr/>
        </p:nvSpPr>
        <p:spPr>
          <a:xfrm>
            <a:off x="9053751" y="2007199"/>
            <a:ext cx="7882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/>
              <a:t>Terms &amp; Conditions screen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CC87CD3-0600-C241-447F-B18EDB519124}"/>
              </a:ext>
            </a:extLst>
          </p:cNvPr>
          <p:cNvCxnSpPr>
            <a:cxnSpLocks/>
            <a:endCxn id="44" idx="0"/>
          </p:cNvCxnSpPr>
          <p:nvPr/>
        </p:nvCxnSpPr>
        <p:spPr>
          <a:xfrm flipV="1">
            <a:off x="7889397" y="1362875"/>
            <a:ext cx="270646" cy="339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Freeform: Shape 38">
            <a:extLst>
              <a:ext uri="{FF2B5EF4-FFF2-40B4-BE49-F238E27FC236}">
                <a16:creationId xmlns:a16="http://schemas.microsoft.com/office/drawing/2014/main" id="{7CD4FBA9-014A-F06D-C9B2-3ACD20887878}"/>
              </a:ext>
            </a:extLst>
          </p:cNvPr>
          <p:cNvSpPr/>
          <p:nvPr/>
        </p:nvSpPr>
        <p:spPr>
          <a:xfrm>
            <a:off x="1998617" y="623904"/>
            <a:ext cx="8327572" cy="329593"/>
          </a:xfrm>
          <a:custGeom>
            <a:avLst/>
            <a:gdLst>
              <a:gd name="csX0" fmla="*/ 0 w 7241059"/>
              <a:gd name="csY0" fmla="*/ 469557 h 494271"/>
              <a:gd name="csX1" fmla="*/ 420130 w 7241059"/>
              <a:gd name="csY1" fmla="*/ 0 h 494271"/>
              <a:gd name="csX2" fmla="*/ 6759146 w 7241059"/>
              <a:gd name="csY2" fmla="*/ 0 h 494271"/>
              <a:gd name="csX3" fmla="*/ 7241059 w 7241059"/>
              <a:gd name="csY3" fmla="*/ 494271 h 4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41059" h="494271">
                <a:moveTo>
                  <a:pt x="0" y="469557"/>
                </a:moveTo>
                <a:lnTo>
                  <a:pt x="420130" y="0"/>
                </a:lnTo>
                <a:lnTo>
                  <a:pt x="6759146" y="0"/>
                </a:lnTo>
                <a:lnTo>
                  <a:pt x="7241059" y="494271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4F7FD5-9206-71E9-B913-A8E66F4613B7}"/>
              </a:ext>
            </a:extLst>
          </p:cNvPr>
          <p:cNvSpPr txBox="1"/>
          <p:nvPr/>
        </p:nvSpPr>
        <p:spPr>
          <a:xfrm>
            <a:off x="3171295" y="331569"/>
            <a:ext cx="281705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000"/>
              <a:t>If auto login is enabled and login success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6B0DA7B-3BC2-990B-9224-7739C79C87FC}"/>
              </a:ext>
            </a:extLst>
          </p:cNvPr>
          <p:cNvCxnSpPr>
            <a:cxnSpLocks/>
          </p:cNvCxnSpPr>
          <p:nvPr/>
        </p:nvCxnSpPr>
        <p:spPr>
          <a:xfrm flipV="1">
            <a:off x="1113062" y="935646"/>
            <a:ext cx="885555" cy="662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Freeform: Shape 38">
            <a:extLst>
              <a:ext uri="{FF2B5EF4-FFF2-40B4-BE49-F238E27FC236}">
                <a16:creationId xmlns:a16="http://schemas.microsoft.com/office/drawing/2014/main" id="{6DB8B173-28BB-B74D-C4C2-5F930A2B0573}"/>
              </a:ext>
            </a:extLst>
          </p:cNvPr>
          <p:cNvSpPr/>
          <p:nvPr/>
        </p:nvSpPr>
        <p:spPr>
          <a:xfrm>
            <a:off x="1737360" y="1012431"/>
            <a:ext cx="5935459" cy="616110"/>
          </a:xfrm>
          <a:custGeom>
            <a:avLst/>
            <a:gdLst>
              <a:gd name="csX0" fmla="*/ 0 w 7241059"/>
              <a:gd name="csY0" fmla="*/ 469557 h 494271"/>
              <a:gd name="csX1" fmla="*/ 420130 w 7241059"/>
              <a:gd name="csY1" fmla="*/ 0 h 494271"/>
              <a:gd name="csX2" fmla="*/ 6759146 w 7241059"/>
              <a:gd name="csY2" fmla="*/ 0 h 494271"/>
              <a:gd name="csX3" fmla="*/ 7241059 w 7241059"/>
              <a:gd name="csY3" fmla="*/ 494271 h 4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41059" h="494271">
                <a:moveTo>
                  <a:pt x="0" y="469557"/>
                </a:moveTo>
                <a:lnTo>
                  <a:pt x="420130" y="0"/>
                </a:lnTo>
                <a:lnTo>
                  <a:pt x="6759146" y="0"/>
                </a:lnTo>
                <a:lnTo>
                  <a:pt x="7241059" y="494271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9C7ED8-F971-6476-66C8-0CF616117D98}"/>
              </a:ext>
            </a:extLst>
          </p:cNvPr>
          <p:cNvSpPr txBox="1"/>
          <p:nvPr/>
        </p:nvSpPr>
        <p:spPr>
          <a:xfrm>
            <a:off x="3021478" y="706123"/>
            <a:ext cx="2817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/>
              <a:t>If auto login is enabled and login fail</a:t>
            </a:r>
          </a:p>
        </p:txBody>
      </p:sp>
      <p:sp>
        <p:nvSpPr>
          <p:cNvPr id="20" name="Freeform: Shape 49">
            <a:extLst>
              <a:ext uri="{FF2B5EF4-FFF2-40B4-BE49-F238E27FC236}">
                <a16:creationId xmlns:a16="http://schemas.microsoft.com/office/drawing/2014/main" id="{D76F9AF5-6C26-EDBD-8149-BB69028682EB}"/>
              </a:ext>
            </a:extLst>
          </p:cNvPr>
          <p:cNvSpPr/>
          <p:nvPr/>
        </p:nvSpPr>
        <p:spPr>
          <a:xfrm flipH="1" flipV="1">
            <a:off x="6169713" y="2431655"/>
            <a:ext cx="1139266" cy="285291"/>
          </a:xfrm>
          <a:custGeom>
            <a:avLst/>
            <a:gdLst>
              <a:gd name="csX0" fmla="*/ 0 w 2730843"/>
              <a:gd name="csY0" fmla="*/ 234778 h 234778"/>
              <a:gd name="csX1" fmla="*/ 469557 w 2730843"/>
              <a:gd name="csY1" fmla="*/ 0 h 234778"/>
              <a:gd name="csX2" fmla="*/ 2496065 w 2730843"/>
              <a:gd name="csY2" fmla="*/ 0 h 234778"/>
              <a:gd name="csX3" fmla="*/ 2730843 w 2730843"/>
              <a:gd name="csY3" fmla="*/ 210065 h 234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30843" h="234778">
                <a:moveTo>
                  <a:pt x="0" y="234778"/>
                </a:moveTo>
                <a:lnTo>
                  <a:pt x="469557" y="0"/>
                </a:lnTo>
                <a:lnTo>
                  <a:pt x="2496065" y="0"/>
                </a:lnTo>
                <a:lnTo>
                  <a:pt x="2730843" y="210065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8357E4-C8B9-9A78-35DC-6DF75B01DDD5}"/>
              </a:ext>
            </a:extLst>
          </p:cNvPr>
          <p:cNvSpPr txBox="1"/>
          <p:nvPr/>
        </p:nvSpPr>
        <p:spPr>
          <a:xfrm>
            <a:off x="6169814" y="2726426"/>
            <a:ext cx="10951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000"/>
              <a:t>Change controller button clicked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A4702B-519E-3477-5E71-5BD4FAC429F5}"/>
              </a:ext>
            </a:extLst>
          </p:cNvPr>
          <p:cNvCxnSpPr>
            <a:cxnSpLocks/>
          </p:cNvCxnSpPr>
          <p:nvPr/>
        </p:nvCxnSpPr>
        <p:spPr>
          <a:xfrm>
            <a:off x="8134773" y="2353184"/>
            <a:ext cx="705442" cy="15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49">
            <a:extLst>
              <a:ext uri="{FF2B5EF4-FFF2-40B4-BE49-F238E27FC236}">
                <a16:creationId xmlns:a16="http://schemas.microsoft.com/office/drawing/2014/main" id="{CB4752BA-57B0-F0EF-828C-00884172F38C}"/>
              </a:ext>
            </a:extLst>
          </p:cNvPr>
          <p:cNvSpPr/>
          <p:nvPr/>
        </p:nvSpPr>
        <p:spPr>
          <a:xfrm flipH="1" flipV="1">
            <a:off x="8139037" y="2560304"/>
            <a:ext cx="812695" cy="295187"/>
          </a:xfrm>
          <a:custGeom>
            <a:avLst/>
            <a:gdLst>
              <a:gd name="csX0" fmla="*/ 0 w 2730843"/>
              <a:gd name="csY0" fmla="*/ 234778 h 234778"/>
              <a:gd name="csX1" fmla="*/ 469557 w 2730843"/>
              <a:gd name="csY1" fmla="*/ 0 h 234778"/>
              <a:gd name="csX2" fmla="*/ 2496065 w 2730843"/>
              <a:gd name="csY2" fmla="*/ 0 h 234778"/>
              <a:gd name="csX3" fmla="*/ 2730843 w 2730843"/>
              <a:gd name="csY3" fmla="*/ 210065 h 234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30843" h="234778">
                <a:moveTo>
                  <a:pt x="0" y="234778"/>
                </a:moveTo>
                <a:lnTo>
                  <a:pt x="469557" y="0"/>
                </a:lnTo>
                <a:lnTo>
                  <a:pt x="2496065" y="0"/>
                </a:lnTo>
                <a:lnTo>
                  <a:pt x="2730843" y="210065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1DF3BB-DDA8-02C6-7C05-B6EE38E840A8}"/>
              </a:ext>
            </a:extLst>
          </p:cNvPr>
          <p:cNvSpPr txBox="1"/>
          <p:nvPr/>
        </p:nvSpPr>
        <p:spPr>
          <a:xfrm>
            <a:off x="8168826" y="2914452"/>
            <a:ext cx="10951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000"/>
              <a:t>Back button clicked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B76864-3F03-8B54-74FC-5C2796DB2A6A}"/>
              </a:ext>
            </a:extLst>
          </p:cNvPr>
          <p:cNvCxnSpPr>
            <a:cxnSpLocks/>
          </p:cNvCxnSpPr>
          <p:nvPr/>
        </p:nvCxnSpPr>
        <p:spPr>
          <a:xfrm flipH="1" flipV="1">
            <a:off x="10868915" y="1358891"/>
            <a:ext cx="7078" cy="331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B75D865-776C-8A2C-209F-078904BFB70D}"/>
              </a:ext>
            </a:extLst>
          </p:cNvPr>
          <p:cNvSpPr/>
          <p:nvPr/>
        </p:nvSpPr>
        <p:spPr>
          <a:xfrm>
            <a:off x="7653880" y="6010545"/>
            <a:ext cx="3161398" cy="249149"/>
          </a:xfrm>
          <a:custGeom>
            <a:avLst/>
            <a:gdLst>
              <a:gd name="csX0" fmla="*/ 4052047 w 4052047"/>
              <a:gd name="csY0" fmla="*/ 0 h 268941"/>
              <a:gd name="csX1" fmla="*/ 3801035 w 4052047"/>
              <a:gd name="csY1" fmla="*/ 268941 h 268941"/>
              <a:gd name="csX2" fmla="*/ 251012 w 4052047"/>
              <a:gd name="csY2" fmla="*/ 268941 h 268941"/>
              <a:gd name="csX3" fmla="*/ 0 w 4052047"/>
              <a:gd name="csY3" fmla="*/ 89647 h 26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52047" h="268941">
                <a:moveTo>
                  <a:pt x="4052047" y="0"/>
                </a:moveTo>
                <a:lnTo>
                  <a:pt x="3801035" y="268941"/>
                </a:lnTo>
                <a:lnTo>
                  <a:pt x="251012" y="268941"/>
                </a:lnTo>
                <a:lnTo>
                  <a:pt x="0" y="89647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TextBox 37">
            <a:extLst>
              <a:ext uri="{FF2B5EF4-FFF2-40B4-BE49-F238E27FC236}">
                <a16:creationId xmlns:a16="http://schemas.microsoft.com/office/drawing/2014/main" id="{6ABE0C0F-5C94-043D-3681-A26308719402}"/>
              </a:ext>
            </a:extLst>
          </p:cNvPr>
          <p:cNvSpPr txBox="1"/>
          <p:nvPr/>
        </p:nvSpPr>
        <p:spPr>
          <a:xfrm>
            <a:off x="8841760" y="6269230"/>
            <a:ext cx="10951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/>
              <a:t>Back button clicked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9451F-C0E1-92B8-53C1-972C02776992}"/>
              </a:ext>
            </a:extLst>
          </p:cNvPr>
          <p:cNvSpPr txBox="1"/>
          <p:nvPr/>
        </p:nvSpPr>
        <p:spPr>
          <a:xfrm>
            <a:off x="8881139" y="4917186"/>
            <a:ext cx="1180626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900"/>
              <a:t>Show all the terms &amp; condition of the app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3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076F03-E4FF-0EBE-3FBA-98C89B301E66}"/>
              </a:ext>
            </a:extLst>
          </p:cNvPr>
          <p:cNvSpPr txBox="1"/>
          <p:nvPr/>
        </p:nvSpPr>
        <p:spPr>
          <a:xfrm>
            <a:off x="383060" y="284205"/>
            <a:ext cx="221733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SG"/>
              <a:t>Controller selection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3FC53C-5C81-DD4D-209A-5FDA535F8627}"/>
              </a:ext>
            </a:extLst>
          </p:cNvPr>
          <p:cNvSpPr/>
          <p:nvPr/>
        </p:nvSpPr>
        <p:spPr>
          <a:xfrm>
            <a:off x="1080593" y="1290191"/>
            <a:ext cx="1667199" cy="4040660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E66F8-2C2B-44DA-3B18-DBA8D181D150}"/>
              </a:ext>
            </a:extLst>
          </p:cNvPr>
          <p:cNvSpPr txBox="1"/>
          <p:nvPr/>
        </p:nvSpPr>
        <p:spPr>
          <a:xfrm>
            <a:off x="1210981" y="1338752"/>
            <a:ext cx="1490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Controller selection screen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C2956-F53E-3EC2-346C-48E24EBAD536}"/>
              </a:ext>
            </a:extLst>
          </p:cNvPr>
          <p:cNvSpPr txBox="1"/>
          <p:nvPr/>
        </p:nvSpPr>
        <p:spPr>
          <a:xfrm>
            <a:off x="1108503" y="4460318"/>
            <a:ext cx="1719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Select a controller to connect by this app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Unregister selected controller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15687-5041-FEC5-BF24-A59011BE4B43}"/>
              </a:ext>
            </a:extLst>
          </p:cNvPr>
          <p:cNvSpPr/>
          <p:nvPr/>
        </p:nvSpPr>
        <p:spPr>
          <a:xfrm>
            <a:off x="1210981" y="2459614"/>
            <a:ext cx="1369124" cy="16063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>
                <a:solidFill>
                  <a:schemeClr val="tx1"/>
                </a:solidFill>
              </a:rPr>
              <a:t>Search button</a:t>
            </a:r>
          </a:p>
          <a:p>
            <a:pPr algn="ctr"/>
            <a:r>
              <a:rPr lang="en-SG" sz="1100">
                <a:solidFill>
                  <a:schemeClr val="tx1"/>
                </a:solidFill>
              </a:rPr>
              <a:t>QR scan button</a:t>
            </a:r>
          </a:p>
          <a:p>
            <a:pPr algn="ctr"/>
            <a:endParaRPr lang="en-SG" sz="1100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Controller list</a:t>
            </a:r>
          </a:p>
          <a:p>
            <a:pPr algn="ctr"/>
            <a:endParaRPr lang="en-SG" sz="1100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Select button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83778A-A56C-479F-C7AB-3E2B3291B645}"/>
              </a:ext>
            </a:extLst>
          </p:cNvPr>
          <p:cNvSpPr/>
          <p:nvPr/>
        </p:nvSpPr>
        <p:spPr>
          <a:xfrm>
            <a:off x="6405629" y="1286085"/>
            <a:ext cx="1667199" cy="4040660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874B5-ED58-03AC-2B52-E9FBDBA9EFC2}"/>
              </a:ext>
            </a:extLst>
          </p:cNvPr>
          <p:cNvSpPr txBox="1"/>
          <p:nvPr/>
        </p:nvSpPr>
        <p:spPr>
          <a:xfrm>
            <a:off x="6536017" y="1334646"/>
            <a:ext cx="1490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QR scan screen</a:t>
            </a:r>
          </a:p>
          <a:p>
            <a:pPr algn="ctr"/>
            <a:r>
              <a:rPr lang="en-SG" sz="1400"/>
              <a:t>(Windows)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36AB8-2A8F-896C-87B4-E4BF4A60D918}"/>
              </a:ext>
            </a:extLst>
          </p:cNvPr>
          <p:cNvSpPr txBox="1"/>
          <p:nvPr/>
        </p:nvSpPr>
        <p:spPr>
          <a:xfrm>
            <a:off x="6433539" y="4456212"/>
            <a:ext cx="1719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Scan QR code of controller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Upload QR code file of controller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8C1457-77AE-0F2F-3857-B745200CCE64}"/>
              </a:ext>
            </a:extLst>
          </p:cNvPr>
          <p:cNvSpPr/>
          <p:nvPr/>
        </p:nvSpPr>
        <p:spPr>
          <a:xfrm>
            <a:off x="6536017" y="2455508"/>
            <a:ext cx="1369124" cy="16063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>
                <a:solidFill>
                  <a:schemeClr val="tx1"/>
                </a:solidFill>
              </a:rPr>
              <a:t>Back screen button</a:t>
            </a:r>
          </a:p>
          <a:p>
            <a:pPr algn="ctr"/>
            <a:r>
              <a:rPr lang="en-SG" sz="1100">
                <a:solidFill>
                  <a:schemeClr val="tx1"/>
                </a:solidFill>
              </a:rPr>
              <a:t>Scan, File upload tab</a:t>
            </a:r>
          </a:p>
          <a:p>
            <a:pPr algn="ctr"/>
            <a:r>
              <a:rPr lang="en-SG" sz="1100">
                <a:solidFill>
                  <a:schemeClr val="tx1"/>
                </a:solidFill>
              </a:rPr>
              <a:t>QR scan screen</a:t>
            </a:r>
          </a:p>
          <a:p>
            <a:pPr algn="ctr"/>
            <a:endParaRPr lang="en-SG" sz="1100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QR code file upload button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B51A25-5A79-0BD2-FE8D-5DF7FF9F7175}"/>
              </a:ext>
            </a:extLst>
          </p:cNvPr>
          <p:cNvSpPr/>
          <p:nvPr/>
        </p:nvSpPr>
        <p:spPr>
          <a:xfrm>
            <a:off x="2716306" y="1142463"/>
            <a:ext cx="3935506" cy="444289"/>
          </a:xfrm>
          <a:custGeom>
            <a:avLst/>
            <a:gdLst>
              <a:gd name="csX0" fmla="*/ 0 w 3935506"/>
              <a:gd name="csY0" fmla="*/ 690282 h 690282"/>
              <a:gd name="csX1" fmla="*/ 654423 w 3935506"/>
              <a:gd name="csY1" fmla="*/ 0 h 690282"/>
              <a:gd name="csX2" fmla="*/ 3478306 w 3935506"/>
              <a:gd name="csY2" fmla="*/ 0 h 690282"/>
              <a:gd name="csX3" fmla="*/ 3935506 w 3935506"/>
              <a:gd name="csY3" fmla="*/ 484094 h 690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35506" h="690282">
                <a:moveTo>
                  <a:pt x="0" y="690282"/>
                </a:moveTo>
                <a:lnTo>
                  <a:pt x="654423" y="0"/>
                </a:lnTo>
                <a:lnTo>
                  <a:pt x="3478306" y="0"/>
                </a:lnTo>
                <a:lnTo>
                  <a:pt x="3935506" y="484094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BA7D1-6C43-7AA2-B2D1-718C3AA1C44C}"/>
              </a:ext>
            </a:extLst>
          </p:cNvPr>
          <p:cNvSpPr txBox="1"/>
          <p:nvPr/>
        </p:nvSpPr>
        <p:spPr>
          <a:xfrm>
            <a:off x="3319548" y="800314"/>
            <a:ext cx="1776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/>
              <a:t>If app is on Windows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F108F46-D536-FBAE-CDE3-B7252AABE207}"/>
              </a:ext>
            </a:extLst>
          </p:cNvPr>
          <p:cNvSpPr/>
          <p:nvPr/>
        </p:nvSpPr>
        <p:spPr>
          <a:xfrm>
            <a:off x="2626659" y="1775012"/>
            <a:ext cx="4052047" cy="268941"/>
          </a:xfrm>
          <a:custGeom>
            <a:avLst/>
            <a:gdLst>
              <a:gd name="csX0" fmla="*/ 4052047 w 4052047"/>
              <a:gd name="csY0" fmla="*/ 0 h 268941"/>
              <a:gd name="csX1" fmla="*/ 3801035 w 4052047"/>
              <a:gd name="csY1" fmla="*/ 268941 h 268941"/>
              <a:gd name="csX2" fmla="*/ 251012 w 4052047"/>
              <a:gd name="csY2" fmla="*/ 268941 h 268941"/>
              <a:gd name="csX3" fmla="*/ 0 w 4052047"/>
              <a:gd name="csY3" fmla="*/ 89647 h 26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52047" h="268941">
                <a:moveTo>
                  <a:pt x="4052047" y="0"/>
                </a:moveTo>
                <a:lnTo>
                  <a:pt x="3801035" y="268941"/>
                </a:lnTo>
                <a:lnTo>
                  <a:pt x="251012" y="268941"/>
                </a:lnTo>
                <a:lnTo>
                  <a:pt x="0" y="89647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406285-F687-99BB-F535-A386FE08D72B}"/>
              </a:ext>
            </a:extLst>
          </p:cNvPr>
          <p:cNvSpPr txBox="1"/>
          <p:nvPr/>
        </p:nvSpPr>
        <p:spPr>
          <a:xfrm>
            <a:off x="5444935" y="2044988"/>
            <a:ext cx="98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/>
              <a:t>Back button</a:t>
            </a:r>
          </a:p>
        </p:txBody>
      </p:sp>
    </p:spTree>
    <p:extLst>
      <p:ext uri="{BB962C8B-B14F-4D97-AF65-F5344CB8AC3E}">
        <p14:creationId xmlns:p14="http://schemas.microsoft.com/office/powerpoint/2010/main" val="206980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9D5F6-6990-7E7F-AB55-0326E259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7F4FBD-343B-7574-DC1E-C7E3D050E058}"/>
              </a:ext>
            </a:extLst>
          </p:cNvPr>
          <p:cNvSpPr/>
          <p:nvPr/>
        </p:nvSpPr>
        <p:spPr>
          <a:xfrm>
            <a:off x="616408" y="345956"/>
            <a:ext cx="8584575" cy="6188113"/>
          </a:xfrm>
          <a:prstGeom prst="roundRect">
            <a:avLst>
              <a:gd name="adj" fmla="val 161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804CF-BD3A-9192-2C03-A7A28B35FD52}"/>
              </a:ext>
            </a:extLst>
          </p:cNvPr>
          <p:cNvSpPr txBox="1"/>
          <p:nvPr/>
        </p:nvSpPr>
        <p:spPr>
          <a:xfrm>
            <a:off x="165346" y="-22574"/>
            <a:ext cx="229755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SG"/>
              <a:t>Initial backup screen 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132AC7-6B55-5032-E5AD-A342B64FC275}"/>
              </a:ext>
            </a:extLst>
          </p:cNvPr>
          <p:cNvSpPr/>
          <p:nvPr/>
        </p:nvSpPr>
        <p:spPr>
          <a:xfrm>
            <a:off x="1100385" y="1319879"/>
            <a:ext cx="1617719" cy="4337543"/>
          </a:xfrm>
          <a:prstGeom prst="roundRect">
            <a:avLst>
              <a:gd name="adj" fmla="val 1611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0A388-CEE5-DB13-9ACB-FF9689CE2BE8}"/>
              </a:ext>
            </a:extLst>
          </p:cNvPr>
          <p:cNvSpPr txBox="1"/>
          <p:nvPr/>
        </p:nvSpPr>
        <p:spPr>
          <a:xfrm>
            <a:off x="1210981" y="1338752"/>
            <a:ext cx="14900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1400"/>
              <a:t>Method selection view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95C50-3B34-00F6-B36E-4B00807E54CA}"/>
              </a:ext>
            </a:extLst>
          </p:cNvPr>
          <p:cNvSpPr txBox="1"/>
          <p:nvPr/>
        </p:nvSpPr>
        <p:spPr>
          <a:xfrm>
            <a:off x="1108503" y="4460318"/>
            <a:ext cx="171972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Select a method to load controller historical data</a:t>
            </a:r>
          </a:p>
          <a:p>
            <a:endParaRPr lang="en-SG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70D0B-E281-E969-C133-9E60B0057797}"/>
              </a:ext>
            </a:extLst>
          </p:cNvPr>
          <p:cNvSpPr/>
          <p:nvPr/>
        </p:nvSpPr>
        <p:spPr>
          <a:xfrm>
            <a:off x="1210981" y="2459614"/>
            <a:ext cx="1369124" cy="16063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G" sz="1100">
                <a:solidFill>
                  <a:schemeClr val="tx1"/>
                </a:solidFill>
              </a:rPr>
              <a:t>Download from controller selection tile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SG" sz="1100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Import from folder selection tile</a:t>
            </a:r>
          </a:p>
          <a:p>
            <a:pPr algn="ctr"/>
            <a:endParaRPr lang="en-SG" sz="1100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Continue button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919BB3-C06B-888D-FE2F-3013E2006A60}"/>
              </a:ext>
            </a:extLst>
          </p:cNvPr>
          <p:cNvSpPr/>
          <p:nvPr/>
        </p:nvSpPr>
        <p:spPr>
          <a:xfrm>
            <a:off x="4396720" y="1345462"/>
            <a:ext cx="1686991" cy="4337543"/>
          </a:xfrm>
          <a:prstGeom prst="roundRect">
            <a:avLst>
              <a:gd name="adj" fmla="val 1611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4435C7-DDC8-5297-BDBE-C53185BBA63F}"/>
              </a:ext>
            </a:extLst>
          </p:cNvPr>
          <p:cNvSpPr txBox="1"/>
          <p:nvPr/>
        </p:nvSpPr>
        <p:spPr>
          <a:xfrm>
            <a:off x="4537004" y="1394023"/>
            <a:ext cx="14900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1400"/>
              <a:t>Download from controller view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A7952-8BFA-8131-A979-E9E8A1453E47}"/>
              </a:ext>
            </a:extLst>
          </p:cNvPr>
          <p:cNvSpPr txBox="1"/>
          <p:nvPr/>
        </p:nvSpPr>
        <p:spPr>
          <a:xfrm>
            <a:off x="4434526" y="4515589"/>
            <a:ext cx="171972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Select backup storage path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r>
              <a:rPr lang="en-SG" sz="1200"/>
              <a:t>Download files and track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C0E08A-9CF8-8CCC-5171-6FC7683608C7}"/>
              </a:ext>
            </a:extLst>
          </p:cNvPr>
          <p:cNvSpPr/>
          <p:nvPr/>
        </p:nvSpPr>
        <p:spPr>
          <a:xfrm>
            <a:off x="4537004" y="2514885"/>
            <a:ext cx="1369124" cy="16063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G" sz="1100">
                <a:solidFill>
                  <a:schemeClr val="tx1"/>
                </a:solidFill>
              </a:rPr>
              <a:t>Backup storage path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Browse button</a:t>
            </a:r>
            <a:endParaRPr lang="en-SG"/>
          </a:p>
          <a:p>
            <a:pPr algn="ctr"/>
            <a:r>
              <a:rPr lang="en-SG" sz="1100">
                <a:solidFill>
                  <a:schemeClr val="tx1"/>
                </a:solidFill>
              </a:rPr>
              <a:t>Download button</a:t>
            </a:r>
            <a:endParaRPr lang="en-SG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Download Progress bar</a:t>
            </a:r>
          </a:p>
          <a:p>
            <a:pPr algn="ctr"/>
            <a:r>
              <a:rPr lang="en-SG" sz="1100">
                <a:solidFill>
                  <a:schemeClr val="tx1"/>
                </a:solidFill>
              </a:rPr>
              <a:t>Back button</a:t>
            </a:r>
            <a:endParaRPr lang="en-SG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1FDD29E-1E28-432C-2E6E-AD325C38AF3B}"/>
              </a:ext>
            </a:extLst>
          </p:cNvPr>
          <p:cNvSpPr/>
          <p:nvPr/>
        </p:nvSpPr>
        <p:spPr>
          <a:xfrm>
            <a:off x="2706410" y="1191944"/>
            <a:ext cx="1689091" cy="454185"/>
          </a:xfrm>
          <a:custGeom>
            <a:avLst/>
            <a:gdLst>
              <a:gd name="csX0" fmla="*/ 0 w 3935506"/>
              <a:gd name="csY0" fmla="*/ 690282 h 690282"/>
              <a:gd name="csX1" fmla="*/ 654423 w 3935506"/>
              <a:gd name="csY1" fmla="*/ 0 h 690282"/>
              <a:gd name="csX2" fmla="*/ 3478306 w 3935506"/>
              <a:gd name="csY2" fmla="*/ 0 h 690282"/>
              <a:gd name="csX3" fmla="*/ 3935506 w 3935506"/>
              <a:gd name="csY3" fmla="*/ 484094 h 690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35506" h="690282">
                <a:moveTo>
                  <a:pt x="0" y="690282"/>
                </a:moveTo>
                <a:lnTo>
                  <a:pt x="654423" y="0"/>
                </a:lnTo>
                <a:lnTo>
                  <a:pt x="3478306" y="0"/>
                </a:lnTo>
                <a:lnTo>
                  <a:pt x="3935506" y="484094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A6ACE4-F5CC-DEFD-E10F-DC5E2C43B932}"/>
              </a:ext>
            </a:extLst>
          </p:cNvPr>
          <p:cNvSpPr txBox="1"/>
          <p:nvPr/>
        </p:nvSpPr>
        <p:spPr>
          <a:xfrm>
            <a:off x="3052353" y="889378"/>
            <a:ext cx="3823996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SG" sz="1400"/>
              <a:t>If Download from controller method is selected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4157928-4C13-0629-97D1-06171FB57183}"/>
              </a:ext>
            </a:extLst>
          </p:cNvPr>
          <p:cNvSpPr/>
          <p:nvPr/>
        </p:nvSpPr>
        <p:spPr>
          <a:xfrm>
            <a:off x="2725620" y="1725532"/>
            <a:ext cx="1706671" cy="486654"/>
          </a:xfrm>
          <a:custGeom>
            <a:avLst/>
            <a:gdLst>
              <a:gd name="csX0" fmla="*/ 4052047 w 4052047"/>
              <a:gd name="csY0" fmla="*/ 0 h 268941"/>
              <a:gd name="csX1" fmla="*/ 3801035 w 4052047"/>
              <a:gd name="csY1" fmla="*/ 268941 h 268941"/>
              <a:gd name="csX2" fmla="*/ 251012 w 4052047"/>
              <a:gd name="csY2" fmla="*/ 268941 h 268941"/>
              <a:gd name="csX3" fmla="*/ 0 w 4052047"/>
              <a:gd name="csY3" fmla="*/ 89647 h 26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52047" h="268941">
                <a:moveTo>
                  <a:pt x="4052047" y="0"/>
                </a:moveTo>
                <a:lnTo>
                  <a:pt x="3801035" y="268941"/>
                </a:lnTo>
                <a:lnTo>
                  <a:pt x="251012" y="268941"/>
                </a:lnTo>
                <a:lnTo>
                  <a:pt x="0" y="89647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F30345-A054-A6D4-EB9C-D95DB9C569CE}"/>
              </a:ext>
            </a:extLst>
          </p:cNvPr>
          <p:cNvSpPr txBox="1"/>
          <p:nvPr/>
        </p:nvSpPr>
        <p:spPr>
          <a:xfrm>
            <a:off x="3544883" y="2233014"/>
            <a:ext cx="98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/>
              <a:t>Back button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316721-4590-B672-006F-D803FEBB63A0}"/>
              </a:ext>
            </a:extLst>
          </p:cNvPr>
          <p:cNvSpPr/>
          <p:nvPr/>
        </p:nvSpPr>
        <p:spPr>
          <a:xfrm>
            <a:off x="7128044" y="1355358"/>
            <a:ext cx="1617719" cy="4683906"/>
          </a:xfrm>
          <a:prstGeom prst="roundRect">
            <a:avLst>
              <a:gd name="adj" fmla="val 1611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B8C1D1-2D7F-75A9-F0E3-DB0A22AAE5A5}"/>
              </a:ext>
            </a:extLst>
          </p:cNvPr>
          <p:cNvSpPr txBox="1"/>
          <p:nvPr/>
        </p:nvSpPr>
        <p:spPr>
          <a:xfrm>
            <a:off x="7238640" y="1413815"/>
            <a:ext cx="149005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1400"/>
              <a:t>Import from folder view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EE756A-B52B-3D38-C73F-C618EF3FFB13}"/>
              </a:ext>
            </a:extLst>
          </p:cNvPr>
          <p:cNvSpPr txBox="1"/>
          <p:nvPr/>
        </p:nvSpPr>
        <p:spPr>
          <a:xfrm>
            <a:off x="7205434" y="4476005"/>
            <a:ext cx="1511911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1125" indent="-111125">
              <a:buFont typeface="Arial,Sans-Serif" panose="020B0604020202020204" pitchFamily="34" charset="0"/>
              <a:buChar char="•"/>
            </a:pPr>
            <a:r>
              <a:rPr lang="en-SG" sz="1200"/>
              <a:t>Select source folder path</a:t>
            </a:r>
          </a:p>
          <a:p>
            <a:pPr marL="111125" indent="-111125">
              <a:buFont typeface="Arial,Sans-Serif" panose="020B0604020202020204" pitchFamily="34" charset="0"/>
              <a:buChar char="•"/>
            </a:pPr>
            <a:r>
              <a:rPr lang="en-SG" sz="1200"/>
              <a:t>Select backup storage path</a:t>
            </a:r>
          </a:p>
          <a:p>
            <a:pPr marL="111125" indent="-111125">
              <a:buFont typeface="Arial,Sans-Serif" panose="020B0604020202020204" pitchFamily="34" charset="0"/>
              <a:buChar char="•"/>
            </a:pPr>
            <a:r>
              <a:rPr lang="en-SG" sz="1200"/>
              <a:t>Scan folder and check import result</a:t>
            </a:r>
          </a:p>
          <a:p>
            <a:pPr marL="111125" indent="-111125">
              <a:buFont typeface="Arial" panose="020B0604020202020204" pitchFamily="34" charset="0"/>
              <a:buChar char="•"/>
            </a:pPr>
            <a:endParaRPr lang="en-SG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1E2FBA-0BBF-FB3C-9CF8-B90F0C5A2A5E}"/>
              </a:ext>
            </a:extLst>
          </p:cNvPr>
          <p:cNvSpPr/>
          <p:nvPr/>
        </p:nvSpPr>
        <p:spPr>
          <a:xfrm>
            <a:off x="7238640" y="2534677"/>
            <a:ext cx="1369124" cy="16063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G" sz="1100">
                <a:solidFill>
                  <a:schemeClr val="tx1"/>
                </a:solidFill>
              </a:rPr>
              <a:t>Source Folder path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Backup storage path</a:t>
            </a:r>
            <a:endParaRPr lang="en-SG">
              <a:solidFill>
                <a:schemeClr val="tx1"/>
              </a:solidFill>
            </a:endParaRPr>
          </a:p>
          <a:p>
            <a:pPr algn="ctr"/>
            <a:r>
              <a:rPr lang="en-SG" sz="1100">
                <a:solidFill>
                  <a:schemeClr val="tx1"/>
                </a:solidFill>
              </a:rPr>
              <a:t>Scan folder button</a:t>
            </a:r>
            <a:endParaRPr lang="en-SG"/>
          </a:p>
          <a:p>
            <a:pPr algn="ctr"/>
            <a:r>
              <a:rPr lang="en-SG" sz="1100">
                <a:solidFill>
                  <a:schemeClr val="tx1"/>
                </a:solidFill>
              </a:rPr>
              <a:t>Database scan result</a:t>
            </a:r>
          </a:p>
          <a:p>
            <a:pPr algn="ctr"/>
            <a:r>
              <a:rPr lang="en-SG" sz="1100">
                <a:solidFill>
                  <a:schemeClr val="tx1"/>
                </a:solidFill>
              </a:rPr>
              <a:t>Import button</a:t>
            </a:r>
          </a:p>
          <a:p>
            <a:pPr algn="ctr"/>
            <a:r>
              <a:rPr lang="en-SG" sz="1100">
                <a:solidFill>
                  <a:schemeClr val="tx1"/>
                </a:solidFill>
              </a:rPr>
              <a:t>Back button</a:t>
            </a:r>
            <a:endParaRPr lang="en-SG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157928-4C13-0629-97D1-06171FB57183}"/>
              </a:ext>
            </a:extLst>
          </p:cNvPr>
          <p:cNvSpPr/>
          <p:nvPr/>
        </p:nvSpPr>
        <p:spPr>
          <a:xfrm>
            <a:off x="2705828" y="5535531"/>
            <a:ext cx="4279658" cy="674680"/>
          </a:xfrm>
          <a:custGeom>
            <a:avLst/>
            <a:gdLst>
              <a:gd name="csX0" fmla="*/ 4052047 w 4052047"/>
              <a:gd name="csY0" fmla="*/ 0 h 268941"/>
              <a:gd name="csX1" fmla="*/ 3801035 w 4052047"/>
              <a:gd name="csY1" fmla="*/ 268941 h 268941"/>
              <a:gd name="csX2" fmla="*/ 251012 w 4052047"/>
              <a:gd name="csY2" fmla="*/ 268941 h 268941"/>
              <a:gd name="csX3" fmla="*/ 0 w 4052047"/>
              <a:gd name="csY3" fmla="*/ 89647 h 26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52047" h="268941">
                <a:moveTo>
                  <a:pt x="4052047" y="0"/>
                </a:moveTo>
                <a:lnTo>
                  <a:pt x="3801035" y="268941"/>
                </a:lnTo>
                <a:lnTo>
                  <a:pt x="251012" y="268941"/>
                </a:lnTo>
                <a:lnTo>
                  <a:pt x="0" y="89647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/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C1F30345-A054-A6D4-EB9C-D95DB9C569CE}"/>
              </a:ext>
            </a:extLst>
          </p:cNvPr>
          <p:cNvSpPr txBox="1"/>
          <p:nvPr/>
        </p:nvSpPr>
        <p:spPr>
          <a:xfrm>
            <a:off x="3544883" y="2233014"/>
            <a:ext cx="98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Back button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EB585C97-0288-95B2-FFC8-6F8E4BBC50AE}"/>
              </a:ext>
            </a:extLst>
          </p:cNvPr>
          <p:cNvSpPr txBox="1"/>
          <p:nvPr/>
        </p:nvSpPr>
        <p:spPr>
          <a:xfrm>
            <a:off x="5662649" y="6240937"/>
            <a:ext cx="98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Back button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6797F6-505C-047B-5734-F55DB7CC67BB}"/>
              </a:ext>
            </a:extLst>
          </p:cNvPr>
          <p:cNvSpPr/>
          <p:nvPr/>
        </p:nvSpPr>
        <p:spPr>
          <a:xfrm>
            <a:off x="2587656" y="657554"/>
            <a:ext cx="4677712" cy="691690"/>
          </a:xfrm>
          <a:custGeom>
            <a:avLst/>
            <a:gdLst>
              <a:gd name="csX0" fmla="*/ 0 w 3935506"/>
              <a:gd name="csY0" fmla="*/ 690282 h 690282"/>
              <a:gd name="csX1" fmla="*/ 654423 w 3935506"/>
              <a:gd name="csY1" fmla="*/ 0 h 690282"/>
              <a:gd name="csX2" fmla="*/ 3478306 w 3935506"/>
              <a:gd name="csY2" fmla="*/ 0 h 690282"/>
              <a:gd name="csX3" fmla="*/ 3935506 w 3935506"/>
              <a:gd name="csY3" fmla="*/ 484094 h 690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35506" h="690282">
                <a:moveTo>
                  <a:pt x="0" y="690282"/>
                </a:moveTo>
                <a:lnTo>
                  <a:pt x="654423" y="0"/>
                </a:lnTo>
                <a:lnTo>
                  <a:pt x="3478306" y="0"/>
                </a:lnTo>
                <a:lnTo>
                  <a:pt x="3935506" y="484094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636F76-63ED-B1AC-15C6-D7D2D1FB0C96}"/>
              </a:ext>
            </a:extLst>
          </p:cNvPr>
          <p:cNvSpPr txBox="1"/>
          <p:nvPr/>
        </p:nvSpPr>
        <p:spPr>
          <a:xfrm>
            <a:off x="3547158" y="345092"/>
            <a:ext cx="3247171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SG" sz="1400"/>
              <a:t>If Import from folder method is selected</a:t>
            </a:r>
          </a:p>
        </p:txBody>
      </p:sp>
    </p:spTree>
    <p:extLst>
      <p:ext uri="{BB962C8B-B14F-4D97-AF65-F5344CB8AC3E}">
        <p14:creationId xmlns:p14="http://schemas.microsoft.com/office/powerpoint/2010/main" val="314810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28DFBB6E47DDB40821BC9F718E39974" ma:contentTypeVersion="15" ma:contentTypeDescription="Create a new document." ma:contentTypeScope="" ma:versionID="6875ffbcf658cac23b97c4ae1b2f4ff6">
  <xsd:schema xmlns:xsd="http://www.w3.org/2001/XMLSchema" xmlns:xs="http://www.w3.org/2001/XMLSchema" xmlns:p="http://schemas.microsoft.com/office/2006/metadata/properties" xmlns:ns2="7be2dbff-d50b-455f-9126-8c739bfa4d72" xmlns:ns3="dffcc4a2-be35-4275-a814-1eb1d6279ab1" targetNamespace="http://schemas.microsoft.com/office/2006/metadata/properties" ma:root="true" ma:fieldsID="e85a832ed53dbfc6b9aa4a1990d44a93" ns2:_="" ns3:_="">
    <xsd:import namespace="7be2dbff-d50b-455f-9126-8c739bfa4d72"/>
    <xsd:import namespace="dffcc4a2-be35-4275-a814-1eb1d6279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2dbff-d50b-455f-9126-8c739bfa4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88d5d17-e920-49ae-b75c-05d94d8db8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cc4a2-be35-4275-a814-1eb1d6279ab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ed8ebd2-bb36-475c-8bef-11f2f8df58fa}" ma:internalName="TaxCatchAll" ma:readOnly="false" ma:showField="CatchAllData" ma:web="dffcc4a2-be35-4275-a814-1eb1d6279a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e2dbff-d50b-455f-9126-8c739bfa4d72">
      <Terms xmlns="http://schemas.microsoft.com/office/infopath/2007/PartnerControls"/>
    </lcf76f155ced4ddcb4097134ff3c332f>
    <TaxCatchAll xmlns="dffcc4a2-be35-4275-a814-1eb1d6279ab1" xsi:nil="true"/>
  </documentManagement>
</p:properties>
</file>

<file path=customXml/itemProps1.xml><?xml version="1.0" encoding="utf-8"?>
<ds:datastoreItem xmlns:ds="http://schemas.openxmlformats.org/officeDocument/2006/customXml" ds:itemID="{C02B06A8-D976-40BC-8FAA-E684A691F095}">
  <ds:schemaRefs>
    <ds:schemaRef ds:uri="7be2dbff-d50b-455f-9126-8c739bfa4d72"/>
    <ds:schemaRef ds:uri="dffcc4a2-be35-4275-a814-1eb1d6279a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4981D1-2DE1-4E80-ADF3-0EAF028C30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8A398D-5929-4D64-B424-53E68009398E}">
  <ds:schemaRefs>
    <ds:schemaRef ds:uri="7be2dbff-d50b-455f-9126-8c739bfa4d72"/>
    <ds:schemaRef ds:uri="dffcc4a2-be35-4275-a814-1eb1d6279ab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Screen Transition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Masayuki Hayashi</dc:creator>
  <cp:revision>2</cp:revision>
  <dcterms:created xsi:type="dcterms:W3CDTF">2026-03-31T01:28:07Z</dcterms:created>
  <dcterms:modified xsi:type="dcterms:W3CDTF">2026-04-29T09:16:11Z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0x010100628DFBB6E47DDB40821BC9F718E39974</vt:lpwstr>
  </property>
  <property fmtid="{D5CDD505-2E9C-101B-9397-08002B2CF9AE}" pid="3" name="MediaServiceImageTags">
    <vt:lpwstr/>
  </property>
</Properties>
</file>